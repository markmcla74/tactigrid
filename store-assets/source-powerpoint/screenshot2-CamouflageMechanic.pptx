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41" d="100"/>
          <a:sy n="41" d="100"/>
        </p:scale>
        <p:origin x="27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0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5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9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4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74C50-FD8E-481D-8165-5886CEDF8F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0EE3-7AC2-485E-A17C-E87F69C0B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4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D74302-631A-A0A8-1A09-D2CFBABBD425}"/>
              </a:ext>
            </a:extLst>
          </p:cNvPr>
          <p:cNvSpPr txBox="1"/>
          <p:nvPr/>
        </p:nvSpPr>
        <p:spPr>
          <a:xfrm>
            <a:off x="0" y="515815"/>
            <a:ext cx="977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USE CAMOUFLAGE: MATCH TILE COLOR TO HIDE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29A01-4589-522D-6D86-9A82BC66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56" y="1839254"/>
            <a:ext cx="8028326" cy="152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4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8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2</cp:revision>
  <dcterms:created xsi:type="dcterms:W3CDTF">2026-02-25T23:14:14Z</dcterms:created>
  <dcterms:modified xsi:type="dcterms:W3CDTF">2026-02-25T23:35:49Z</dcterms:modified>
</cp:coreProperties>
</file>