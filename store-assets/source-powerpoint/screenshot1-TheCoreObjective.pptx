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</p:sldIdLst>
  <p:sldSz cx="9875838" cy="1755616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011" autoAdjust="0"/>
    <p:restoredTop sz="94660"/>
  </p:normalViewPr>
  <p:slideViewPr>
    <p:cSldViewPr snapToGrid="0">
      <p:cViewPr varScale="1">
        <p:scale>
          <a:sx n="41" d="100"/>
          <a:sy n="41" d="100"/>
        </p:scale>
        <p:origin x="2736" y="9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740688" y="2873197"/>
            <a:ext cx="8394462" cy="6112146"/>
          </a:xfrm>
        </p:spPr>
        <p:txBody>
          <a:bodyPr anchor="b"/>
          <a:lstStyle>
            <a:lvl1pPr algn="ctr">
              <a:defRPr sz="648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234480" y="9221051"/>
            <a:ext cx="7406879" cy="4238674"/>
          </a:xfrm>
        </p:spPr>
        <p:txBody>
          <a:bodyPr/>
          <a:lstStyle>
            <a:lvl1pPr marL="0" indent="0" algn="ctr">
              <a:buNone/>
              <a:defRPr sz="2592"/>
            </a:lvl1pPr>
            <a:lvl2pPr marL="493776" indent="0" algn="ctr">
              <a:buNone/>
              <a:defRPr sz="2160"/>
            </a:lvl2pPr>
            <a:lvl3pPr marL="987552" indent="0" algn="ctr">
              <a:buNone/>
              <a:defRPr sz="1944"/>
            </a:lvl3pPr>
            <a:lvl4pPr marL="1481328" indent="0" algn="ctr">
              <a:buNone/>
              <a:defRPr sz="1728"/>
            </a:lvl4pPr>
            <a:lvl5pPr marL="1975104" indent="0" algn="ctr">
              <a:buNone/>
              <a:defRPr sz="1728"/>
            </a:lvl5pPr>
            <a:lvl6pPr marL="2468880" indent="0" algn="ctr">
              <a:buNone/>
              <a:defRPr sz="1728"/>
            </a:lvl6pPr>
            <a:lvl7pPr marL="2962656" indent="0" algn="ctr">
              <a:buNone/>
              <a:defRPr sz="1728"/>
            </a:lvl7pPr>
            <a:lvl8pPr marL="3456432" indent="0" algn="ctr">
              <a:buNone/>
              <a:defRPr sz="1728"/>
            </a:lvl8pPr>
            <a:lvl9pPr marL="3950208" indent="0" algn="ctr">
              <a:buNone/>
              <a:defRPr sz="1728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074C50-FD8E-481D-8165-5886CEDF8FCD}" type="datetimeFigureOut">
              <a:rPr lang="en-US" smtClean="0"/>
              <a:t>2/25/2026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E20EE3-7AC2-485E-A17C-E87F69C0B70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5573990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074C50-FD8E-481D-8165-5886CEDF8FCD}" type="datetimeFigureOut">
              <a:rPr lang="en-US" smtClean="0"/>
              <a:t>2/25/2026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E20EE3-7AC2-485E-A17C-E87F69C0B70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4758169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3821" y="4376854"/>
            <a:ext cx="8517910" cy="7302875"/>
          </a:xfrm>
        </p:spPr>
        <p:txBody>
          <a:bodyPr anchor="b"/>
          <a:lstStyle>
            <a:lvl1pPr>
              <a:defRPr sz="648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3821" y="11748817"/>
            <a:ext cx="8517910" cy="3840409"/>
          </a:xfrm>
        </p:spPr>
        <p:txBody>
          <a:bodyPr/>
          <a:lstStyle>
            <a:lvl1pPr marL="0" indent="0">
              <a:buNone/>
              <a:defRPr sz="2592">
                <a:solidFill>
                  <a:schemeClr val="tx1"/>
                </a:solidFill>
              </a:defRPr>
            </a:lvl1pPr>
            <a:lvl2pPr marL="493776" indent="0">
              <a:buNone/>
              <a:defRPr sz="2160">
                <a:solidFill>
                  <a:schemeClr val="tx1">
                    <a:tint val="75000"/>
                  </a:schemeClr>
                </a:solidFill>
              </a:defRPr>
            </a:lvl2pPr>
            <a:lvl3pPr marL="987552" indent="0">
              <a:buNone/>
              <a:defRPr sz="1944">
                <a:solidFill>
                  <a:schemeClr val="tx1">
                    <a:tint val="75000"/>
                  </a:schemeClr>
                </a:solidFill>
              </a:defRPr>
            </a:lvl3pPr>
            <a:lvl4pPr marL="1481328" indent="0">
              <a:buNone/>
              <a:defRPr sz="1728">
                <a:solidFill>
                  <a:schemeClr val="tx1">
                    <a:tint val="75000"/>
                  </a:schemeClr>
                </a:solidFill>
              </a:defRPr>
            </a:lvl4pPr>
            <a:lvl5pPr marL="1975104" indent="0">
              <a:buNone/>
              <a:defRPr sz="1728">
                <a:solidFill>
                  <a:schemeClr val="tx1">
                    <a:tint val="75000"/>
                  </a:schemeClr>
                </a:solidFill>
              </a:defRPr>
            </a:lvl5pPr>
            <a:lvl6pPr marL="2468880" indent="0">
              <a:buNone/>
              <a:defRPr sz="1728">
                <a:solidFill>
                  <a:schemeClr val="tx1">
                    <a:tint val="75000"/>
                  </a:schemeClr>
                </a:solidFill>
              </a:defRPr>
            </a:lvl6pPr>
            <a:lvl7pPr marL="2962656" indent="0">
              <a:buNone/>
              <a:defRPr sz="1728">
                <a:solidFill>
                  <a:schemeClr val="tx1">
                    <a:tint val="75000"/>
                  </a:schemeClr>
                </a:solidFill>
              </a:defRPr>
            </a:lvl7pPr>
            <a:lvl8pPr marL="3456432" indent="0">
              <a:buNone/>
              <a:defRPr sz="1728">
                <a:solidFill>
                  <a:schemeClr val="tx1">
                    <a:tint val="75000"/>
                  </a:schemeClr>
                </a:solidFill>
              </a:defRPr>
            </a:lvl8pPr>
            <a:lvl9pPr marL="3950208" indent="0">
              <a:buNone/>
              <a:defRPr sz="1728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074C50-FD8E-481D-8165-5886CEDF8FCD}" type="datetimeFigureOut">
              <a:rPr lang="en-US" smtClean="0"/>
              <a:t>2/25/2026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E20EE3-7AC2-485E-A17C-E87F69C0B70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6614822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78964" y="4673516"/>
            <a:ext cx="4197231" cy="1113922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999643" y="4673516"/>
            <a:ext cx="4197231" cy="1113922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074C50-FD8E-481D-8165-5886CEDF8FCD}" type="datetimeFigureOut">
              <a:rPr lang="en-US" smtClean="0"/>
              <a:t>2/25/2026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E20EE3-7AC2-485E-A17C-E87F69C0B70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9090262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0250" y="934707"/>
            <a:ext cx="8517910" cy="339338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0251" y="4303699"/>
            <a:ext cx="4177942" cy="2109177"/>
          </a:xfrm>
        </p:spPr>
        <p:txBody>
          <a:bodyPr anchor="b"/>
          <a:lstStyle>
            <a:lvl1pPr marL="0" indent="0">
              <a:buNone/>
              <a:defRPr sz="2592" b="1"/>
            </a:lvl1pPr>
            <a:lvl2pPr marL="493776" indent="0">
              <a:buNone/>
              <a:defRPr sz="2160" b="1"/>
            </a:lvl2pPr>
            <a:lvl3pPr marL="987552" indent="0">
              <a:buNone/>
              <a:defRPr sz="1944" b="1"/>
            </a:lvl3pPr>
            <a:lvl4pPr marL="1481328" indent="0">
              <a:buNone/>
              <a:defRPr sz="1728" b="1"/>
            </a:lvl4pPr>
            <a:lvl5pPr marL="1975104" indent="0">
              <a:buNone/>
              <a:defRPr sz="1728" b="1"/>
            </a:lvl5pPr>
            <a:lvl6pPr marL="2468880" indent="0">
              <a:buNone/>
              <a:defRPr sz="1728" b="1"/>
            </a:lvl6pPr>
            <a:lvl7pPr marL="2962656" indent="0">
              <a:buNone/>
              <a:defRPr sz="1728" b="1"/>
            </a:lvl7pPr>
            <a:lvl8pPr marL="3456432" indent="0">
              <a:buNone/>
              <a:defRPr sz="1728" b="1"/>
            </a:lvl8pPr>
            <a:lvl9pPr marL="3950208" indent="0">
              <a:buNone/>
              <a:defRPr sz="1728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80251" y="6412876"/>
            <a:ext cx="4177942" cy="943237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999644" y="4303699"/>
            <a:ext cx="4198517" cy="2109177"/>
          </a:xfrm>
        </p:spPr>
        <p:txBody>
          <a:bodyPr anchor="b"/>
          <a:lstStyle>
            <a:lvl1pPr marL="0" indent="0">
              <a:buNone/>
              <a:defRPr sz="2592" b="1"/>
            </a:lvl1pPr>
            <a:lvl2pPr marL="493776" indent="0">
              <a:buNone/>
              <a:defRPr sz="2160" b="1"/>
            </a:lvl2pPr>
            <a:lvl3pPr marL="987552" indent="0">
              <a:buNone/>
              <a:defRPr sz="1944" b="1"/>
            </a:lvl3pPr>
            <a:lvl4pPr marL="1481328" indent="0">
              <a:buNone/>
              <a:defRPr sz="1728" b="1"/>
            </a:lvl4pPr>
            <a:lvl5pPr marL="1975104" indent="0">
              <a:buNone/>
              <a:defRPr sz="1728" b="1"/>
            </a:lvl5pPr>
            <a:lvl6pPr marL="2468880" indent="0">
              <a:buNone/>
              <a:defRPr sz="1728" b="1"/>
            </a:lvl6pPr>
            <a:lvl7pPr marL="2962656" indent="0">
              <a:buNone/>
              <a:defRPr sz="1728" b="1"/>
            </a:lvl7pPr>
            <a:lvl8pPr marL="3456432" indent="0">
              <a:buNone/>
              <a:defRPr sz="1728" b="1"/>
            </a:lvl8pPr>
            <a:lvl9pPr marL="3950208" indent="0">
              <a:buNone/>
              <a:defRPr sz="1728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999644" y="6412876"/>
            <a:ext cx="4198517" cy="943237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074C50-FD8E-481D-8165-5886CEDF8FCD}" type="datetimeFigureOut">
              <a:rPr lang="en-US" smtClean="0"/>
              <a:t>2/25/2026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E20EE3-7AC2-485E-A17C-E87F69C0B70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6498268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074C50-FD8E-481D-8165-5886CEDF8FCD}" type="datetimeFigureOut">
              <a:rPr lang="en-US" smtClean="0"/>
              <a:t>2/25/2026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E20EE3-7AC2-485E-A17C-E87F69C0B70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3768163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074C50-FD8E-481D-8165-5886CEDF8FCD}" type="datetimeFigureOut">
              <a:rPr lang="en-US" smtClean="0"/>
              <a:t>2/25/2026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E20EE3-7AC2-485E-A17C-E87F69C0B70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1414532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0250" y="1170411"/>
            <a:ext cx="3185215" cy="4096438"/>
          </a:xfrm>
        </p:spPr>
        <p:txBody>
          <a:bodyPr anchor="b"/>
          <a:lstStyle>
            <a:lvl1pPr>
              <a:defRPr sz="3456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198517" y="2527766"/>
            <a:ext cx="4999643" cy="12476255"/>
          </a:xfrm>
        </p:spPr>
        <p:txBody>
          <a:bodyPr/>
          <a:lstStyle>
            <a:lvl1pPr>
              <a:defRPr sz="3456"/>
            </a:lvl1pPr>
            <a:lvl2pPr>
              <a:defRPr sz="3024"/>
            </a:lvl2pPr>
            <a:lvl3pPr>
              <a:defRPr sz="2592"/>
            </a:lvl3pPr>
            <a:lvl4pPr>
              <a:defRPr sz="2160"/>
            </a:lvl4pPr>
            <a:lvl5pPr>
              <a:defRPr sz="2160"/>
            </a:lvl5pPr>
            <a:lvl6pPr>
              <a:defRPr sz="2160"/>
            </a:lvl6pPr>
            <a:lvl7pPr>
              <a:defRPr sz="2160"/>
            </a:lvl7pPr>
            <a:lvl8pPr>
              <a:defRPr sz="2160"/>
            </a:lvl8pPr>
            <a:lvl9pPr>
              <a:defRPr sz="216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0250" y="5266849"/>
            <a:ext cx="3185215" cy="9757489"/>
          </a:xfrm>
        </p:spPr>
        <p:txBody>
          <a:bodyPr/>
          <a:lstStyle>
            <a:lvl1pPr marL="0" indent="0">
              <a:buNone/>
              <a:defRPr sz="1728"/>
            </a:lvl1pPr>
            <a:lvl2pPr marL="493776" indent="0">
              <a:buNone/>
              <a:defRPr sz="1512"/>
            </a:lvl2pPr>
            <a:lvl3pPr marL="987552" indent="0">
              <a:buNone/>
              <a:defRPr sz="1296"/>
            </a:lvl3pPr>
            <a:lvl4pPr marL="1481328" indent="0">
              <a:buNone/>
              <a:defRPr sz="1080"/>
            </a:lvl4pPr>
            <a:lvl5pPr marL="1975104" indent="0">
              <a:buNone/>
              <a:defRPr sz="1080"/>
            </a:lvl5pPr>
            <a:lvl6pPr marL="2468880" indent="0">
              <a:buNone/>
              <a:defRPr sz="1080"/>
            </a:lvl6pPr>
            <a:lvl7pPr marL="2962656" indent="0">
              <a:buNone/>
              <a:defRPr sz="1080"/>
            </a:lvl7pPr>
            <a:lvl8pPr marL="3456432" indent="0">
              <a:buNone/>
              <a:defRPr sz="1080"/>
            </a:lvl8pPr>
            <a:lvl9pPr marL="3950208" indent="0">
              <a:buNone/>
              <a:defRPr sz="108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074C50-FD8E-481D-8165-5886CEDF8FCD}" type="datetimeFigureOut">
              <a:rPr lang="en-US" smtClean="0"/>
              <a:t>2/25/2026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E20EE3-7AC2-485E-A17C-E87F69C0B70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3109735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0250" y="1170411"/>
            <a:ext cx="3185215" cy="4096438"/>
          </a:xfrm>
        </p:spPr>
        <p:txBody>
          <a:bodyPr anchor="b"/>
          <a:lstStyle>
            <a:lvl1pPr>
              <a:defRPr sz="3456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4198517" y="2527766"/>
            <a:ext cx="4999643" cy="12476255"/>
          </a:xfrm>
        </p:spPr>
        <p:txBody>
          <a:bodyPr anchor="t"/>
          <a:lstStyle>
            <a:lvl1pPr marL="0" indent="0">
              <a:buNone/>
              <a:defRPr sz="3456"/>
            </a:lvl1pPr>
            <a:lvl2pPr marL="493776" indent="0">
              <a:buNone/>
              <a:defRPr sz="3024"/>
            </a:lvl2pPr>
            <a:lvl3pPr marL="987552" indent="0">
              <a:buNone/>
              <a:defRPr sz="2592"/>
            </a:lvl3pPr>
            <a:lvl4pPr marL="1481328" indent="0">
              <a:buNone/>
              <a:defRPr sz="2160"/>
            </a:lvl4pPr>
            <a:lvl5pPr marL="1975104" indent="0">
              <a:buNone/>
              <a:defRPr sz="2160"/>
            </a:lvl5pPr>
            <a:lvl6pPr marL="2468880" indent="0">
              <a:buNone/>
              <a:defRPr sz="2160"/>
            </a:lvl6pPr>
            <a:lvl7pPr marL="2962656" indent="0">
              <a:buNone/>
              <a:defRPr sz="2160"/>
            </a:lvl7pPr>
            <a:lvl8pPr marL="3456432" indent="0">
              <a:buNone/>
              <a:defRPr sz="2160"/>
            </a:lvl8pPr>
            <a:lvl9pPr marL="3950208" indent="0">
              <a:buNone/>
              <a:defRPr sz="216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0250" y="5266849"/>
            <a:ext cx="3185215" cy="9757489"/>
          </a:xfrm>
        </p:spPr>
        <p:txBody>
          <a:bodyPr/>
          <a:lstStyle>
            <a:lvl1pPr marL="0" indent="0">
              <a:buNone/>
              <a:defRPr sz="1728"/>
            </a:lvl1pPr>
            <a:lvl2pPr marL="493776" indent="0">
              <a:buNone/>
              <a:defRPr sz="1512"/>
            </a:lvl2pPr>
            <a:lvl3pPr marL="987552" indent="0">
              <a:buNone/>
              <a:defRPr sz="1296"/>
            </a:lvl3pPr>
            <a:lvl4pPr marL="1481328" indent="0">
              <a:buNone/>
              <a:defRPr sz="1080"/>
            </a:lvl4pPr>
            <a:lvl5pPr marL="1975104" indent="0">
              <a:buNone/>
              <a:defRPr sz="1080"/>
            </a:lvl5pPr>
            <a:lvl6pPr marL="2468880" indent="0">
              <a:buNone/>
              <a:defRPr sz="1080"/>
            </a:lvl6pPr>
            <a:lvl7pPr marL="2962656" indent="0">
              <a:buNone/>
              <a:defRPr sz="1080"/>
            </a:lvl7pPr>
            <a:lvl8pPr marL="3456432" indent="0">
              <a:buNone/>
              <a:defRPr sz="1080"/>
            </a:lvl8pPr>
            <a:lvl9pPr marL="3950208" indent="0">
              <a:buNone/>
              <a:defRPr sz="108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074C50-FD8E-481D-8165-5886CEDF8FCD}" type="datetimeFigureOut">
              <a:rPr lang="en-US" smtClean="0"/>
              <a:t>2/25/2026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E20EE3-7AC2-485E-A17C-E87F69C0B70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7174271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074C50-FD8E-481D-8165-5886CEDF8FCD}" type="datetimeFigureOut">
              <a:rPr lang="en-US" smtClean="0"/>
              <a:t>2/25/2026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E20EE3-7AC2-485E-A17C-E87F69C0B70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5635468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067397" y="934703"/>
            <a:ext cx="2129478" cy="14878037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78964" y="934703"/>
            <a:ext cx="6264985" cy="14878037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074C50-FD8E-481D-8165-5886CEDF8FCD}" type="datetimeFigureOut">
              <a:rPr lang="en-US" smtClean="0"/>
              <a:t>2/25/2026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E20EE3-7AC2-485E-A17C-E87F69C0B70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2509007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78964" y="934707"/>
            <a:ext cx="8517910" cy="339338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8964" y="4673516"/>
            <a:ext cx="8517910" cy="1113922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78964" y="16271966"/>
            <a:ext cx="2222064" cy="93470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96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B074C50-FD8E-481D-8165-5886CEDF8FCD}" type="datetimeFigureOut">
              <a:rPr lang="en-US" smtClean="0"/>
              <a:t>2/25/2026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271372" y="16271966"/>
            <a:ext cx="3333095" cy="93470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96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974810" y="16271966"/>
            <a:ext cx="2222064" cy="93470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96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0E20EE3-7AC2-485E-A17C-E87F69C0B70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5774886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87552" rtl="0" eaLnBrk="1" latinLnBrk="0" hangingPunct="1">
        <a:lnSpc>
          <a:spcPct val="90000"/>
        </a:lnSpc>
        <a:spcBef>
          <a:spcPct val="0"/>
        </a:spcBef>
        <a:buNone/>
        <a:defRPr sz="4752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46888" indent="-246888" algn="l" defTabSz="987552" rtl="0" eaLnBrk="1" latinLnBrk="0" hangingPunct="1">
        <a:lnSpc>
          <a:spcPct val="90000"/>
        </a:lnSpc>
        <a:spcBef>
          <a:spcPts val="1080"/>
        </a:spcBef>
        <a:buFont typeface="Arial" panose="020B0604020202020204" pitchFamily="34" charset="0"/>
        <a:buChar char="•"/>
        <a:defRPr sz="3024" kern="1200">
          <a:solidFill>
            <a:schemeClr val="tx1"/>
          </a:solidFill>
          <a:latin typeface="+mn-lt"/>
          <a:ea typeface="+mn-ea"/>
          <a:cs typeface="+mn-cs"/>
        </a:defRPr>
      </a:lvl1pPr>
      <a:lvl2pPr marL="740664" indent="-246888" algn="l" defTabSz="987552" rtl="0" eaLnBrk="1" latinLnBrk="0" hangingPunct="1">
        <a:lnSpc>
          <a:spcPct val="90000"/>
        </a:lnSpc>
        <a:spcBef>
          <a:spcPts val="540"/>
        </a:spcBef>
        <a:buFont typeface="Arial" panose="020B0604020202020204" pitchFamily="34" charset="0"/>
        <a:buChar char="•"/>
        <a:defRPr sz="2592" kern="1200">
          <a:solidFill>
            <a:schemeClr val="tx1"/>
          </a:solidFill>
          <a:latin typeface="+mn-lt"/>
          <a:ea typeface="+mn-ea"/>
          <a:cs typeface="+mn-cs"/>
        </a:defRPr>
      </a:lvl2pPr>
      <a:lvl3pPr marL="1234440" indent="-246888" algn="l" defTabSz="987552" rtl="0" eaLnBrk="1" latinLnBrk="0" hangingPunct="1">
        <a:lnSpc>
          <a:spcPct val="90000"/>
        </a:lnSpc>
        <a:spcBef>
          <a:spcPts val="540"/>
        </a:spcBef>
        <a:buFont typeface="Arial" panose="020B0604020202020204" pitchFamily="34" charset="0"/>
        <a:buChar char="•"/>
        <a:defRPr sz="2160" kern="1200">
          <a:solidFill>
            <a:schemeClr val="tx1"/>
          </a:solidFill>
          <a:latin typeface="+mn-lt"/>
          <a:ea typeface="+mn-ea"/>
          <a:cs typeface="+mn-cs"/>
        </a:defRPr>
      </a:lvl3pPr>
      <a:lvl4pPr marL="1728216" indent="-246888" algn="l" defTabSz="987552" rtl="0" eaLnBrk="1" latinLnBrk="0" hangingPunct="1">
        <a:lnSpc>
          <a:spcPct val="90000"/>
        </a:lnSpc>
        <a:spcBef>
          <a:spcPts val="540"/>
        </a:spcBef>
        <a:buFont typeface="Arial" panose="020B0604020202020204" pitchFamily="34" charset="0"/>
        <a:buChar char="•"/>
        <a:defRPr sz="1944" kern="1200">
          <a:solidFill>
            <a:schemeClr val="tx1"/>
          </a:solidFill>
          <a:latin typeface="+mn-lt"/>
          <a:ea typeface="+mn-ea"/>
          <a:cs typeface="+mn-cs"/>
        </a:defRPr>
      </a:lvl4pPr>
      <a:lvl5pPr marL="2221992" indent="-246888" algn="l" defTabSz="987552" rtl="0" eaLnBrk="1" latinLnBrk="0" hangingPunct="1">
        <a:lnSpc>
          <a:spcPct val="90000"/>
        </a:lnSpc>
        <a:spcBef>
          <a:spcPts val="540"/>
        </a:spcBef>
        <a:buFont typeface="Arial" panose="020B0604020202020204" pitchFamily="34" charset="0"/>
        <a:buChar char="•"/>
        <a:defRPr sz="1944" kern="1200">
          <a:solidFill>
            <a:schemeClr val="tx1"/>
          </a:solidFill>
          <a:latin typeface="+mn-lt"/>
          <a:ea typeface="+mn-ea"/>
          <a:cs typeface="+mn-cs"/>
        </a:defRPr>
      </a:lvl5pPr>
      <a:lvl6pPr marL="2715768" indent="-246888" algn="l" defTabSz="987552" rtl="0" eaLnBrk="1" latinLnBrk="0" hangingPunct="1">
        <a:lnSpc>
          <a:spcPct val="90000"/>
        </a:lnSpc>
        <a:spcBef>
          <a:spcPts val="540"/>
        </a:spcBef>
        <a:buFont typeface="Arial" panose="020B0604020202020204" pitchFamily="34" charset="0"/>
        <a:buChar char="•"/>
        <a:defRPr sz="1944" kern="1200">
          <a:solidFill>
            <a:schemeClr val="tx1"/>
          </a:solidFill>
          <a:latin typeface="+mn-lt"/>
          <a:ea typeface="+mn-ea"/>
          <a:cs typeface="+mn-cs"/>
        </a:defRPr>
      </a:lvl6pPr>
      <a:lvl7pPr marL="3209544" indent="-246888" algn="l" defTabSz="987552" rtl="0" eaLnBrk="1" latinLnBrk="0" hangingPunct="1">
        <a:lnSpc>
          <a:spcPct val="90000"/>
        </a:lnSpc>
        <a:spcBef>
          <a:spcPts val="540"/>
        </a:spcBef>
        <a:buFont typeface="Arial" panose="020B0604020202020204" pitchFamily="34" charset="0"/>
        <a:buChar char="•"/>
        <a:defRPr sz="1944" kern="1200">
          <a:solidFill>
            <a:schemeClr val="tx1"/>
          </a:solidFill>
          <a:latin typeface="+mn-lt"/>
          <a:ea typeface="+mn-ea"/>
          <a:cs typeface="+mn-cs"/>
        </a:defRPr>
      </a:lvl7pPr>
      <a:lvl8pPr marL="3703320" indent="-246888" algn="l" defTabSz="987552" rtl="0" eaLnBrk="1" latinLnBrk="0" hangingPunct="1">
        <a:lnSpc>
          <a:spcPct val="90000"/>
        </a:lnSpc>
        <a:spcBef>
          <a:spcPts val="540"/>
        </a:spcBef>
        <a:buFont typeface="Arial" panose="020B0604020202020204" pitchFamily="34" charset="0"/>
        <a:buChar char="•"/>
        <a:defRPr sz="1944" kern="1200">
          <a:solidFill>
            <a:schemeClr val="tx1"/>
          </a:solidFill>
          <a:latin typeface="+mn-lt"/>
          <a:ea typeface="+mn-ea"/>
          <a:cs typeface="+mn-cs"/>
        </a:defRPr>
      </a:lvl8pPr>
      <a:lvl9pPr marL="4197096" indent="-246888" algn="l" defTabSz="987552" rtl="0" eaLnBrk="1" latinLnBrk="0" hangingPunct="1">
        <a:lnSpc>
          <a:spcPct val="90000"/>
        </a:lnSpc>
        <a:spcBef>
          <a:spcPts val="540"/>
        </a:spcBef>
        <a:buFont typeface="Arial" panose="020B0604020202020204" pitchFamily="34" charset="0"/>
        <a:buChar char="•"/>
        <a:defRPr sz="1944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87552" rtl="0" eaLnBrk="1" latinLnBrk="0" hangingPunct="1">
        <a:defRPr sz="1944" kern="1200">
          <a:solidFill>
            <a:schemeClr val="tx1"/>
          </a:solidFill>
          <a:latin typeface="+mn-lt"/>
          <a:ea typeface="+mn-ea"/>
          <a:cs typeface="+mn-cs"/>
        </a:defRPr>
      </a:lvl1pPr>
      <a:lvl2pPr marL="493776" algn="l" defTabSz="987552" rtl="0" eaLnBrk="1" latinLnBrk="0" hangingPunct="1">
        <a:defRPr sz="1944" kern="1200">
          <a:solidFill>
            <a:schemeClr val="tx1"/>
          </a:solidFill>
          <a:latin typeface="+mn-lt"/>
          <a:ea typeface="+mn-ea"/>
          <a:cs typeface="+mn-cs"/>
        </a:defRPr>
      </a:lvl2pPr>
      <a:lvl3pPr marL="987552" algn="l" defTabSz="987552" rtl="0" eaLnBrk="1" latinLnBrk="0" hangingPunct="1">
        <a:defRPr sz="1944" kern="1200">
          <a:solidFill>
            <a:schemeClr val="tx1"/>
          </a:solidFill>
          <a:latin typeface="+mn-lt"/>
          <a:ea typeface="+mn-ea"/>
          <a:cs typeface="+mn-cs"/>
        </a:defRPr>
      </a:lvl3pPr>
      <a:lvl4pPr marL="1481328" algn="l" defTabSz="987552" rtl="0" eaLnBrk="1" latinLnBrk="0" hangingPunct="1">
        <a:defRPr sz="1944" kern="1200">
          <a:solidFill>
            <a:schemeClr val="tx1"/>
          </a:solidFill>
          <a:latin typeface="+mn-lt"/>
          <a:ea typeface="+mn-ea"/>
          <a:cs typeface="+mn-cs"/>
        </a:defRPr>
      </a:lvl4pPr>
      <a:lvl5pPr marL="1975104" algn="l" defTabSz="987552" rtl="0" eaLnBrk="1" latinLnBrk="0" hangingPunct="1">
        <a:defRPr sz="1944" kern="1200">
          <a:solidFill>
            <a:schemeClr val="tx1"/>
          </a:solidFill>
          <a:latin typeface="+mn-lt"/>
          <a:ea typeface="+mn-ea"/>
          <a:cs typeface="+mn-cs"/>
        </a:defRPr>
      </a:lvl5pPr>
      <a:lvl6pPr marL="2468880" algn="l" defTabSz="987552" rtl="0" eaLnBrk="1" latinLnBrk="0" hangingPunct="1">
        <a:defRPr sz="1944" kern="1200">
          <a:solidFill>
            <a:schemeClr val="tx1"/>
          </a:solidFill>
          <a:latin typeface="+mn-lt"/>
          <a:ea typeface="+mn-ea"/>
          <a:cs typeface="+mn-cs"/>
        </a:defRPr>
      </a:lvl6pPr>
      <a:lvl7pPr marL="2962656" algn="l" defTabSz="987552" rtl="0" eaLnBrk="1" latinLnBrk="0" hangingPunct="1">
        <a:defRPr sz="1944" kern="1200">
          <a:solidFill>
            <a:schemeClr val="tx1"/>
          </a:solidFill>
          <a:latin typeface="+mn-lt"/>
          <a:ea typeface="+mn-ea"/>
          <a:cs typeface="+mn-cs"/>
        </a:defRPr>
      </a:lvl7pPr>
      <a:lvl8pPr marL="3456432" algn="l" defTabSz="987552" rtl="0" eaLnBrk="1" latinLnBrk="0" hangingPunct="1">
        <a:defRPr sz="1944" kern="1200">
          <a:solidFill>
            <a:schemeClr val="tx1"/>
          </a:solidFill>
          <a:latin typeface="+mn-lt"/>
          <a:ea typeface="+mn-ea"/>
          <a:cs typeface="+mn-cs"/>
        </a:defRPr>
      </a:lvl8pPr>
      <a:lvl9pPr marL="3950208" algn="l" defTabSz="987552" rtl="0" eaLnBrk="1" latinLnBrk="0" hangingPunct="1">
        <a:defRPr sz="1944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AAC7C6A7-26F2-2EBE-F0B7-45A676CD8D7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3723" y="2092259"/>
            <a:ext cx="8346831" cy="15266392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8DD74302-631A-A0A8-1A09-D2CFBABBD425}"/>
              </a:ext>
            </a:extLst>
          </p:cNvPr>
          <p:cNvSpPr txBox="1"/>
          <p:nvPr/>
        </p:nvSpPr>
        <p:spPr>
          <a:xfrm>
            <a:off x="773723" y="515815"/>
            <a:ext cx="8346831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000" dirty="0">
                <a:latin typeface="Segoe UI Black" panose="020B0A02040204020203" pitchFamily="34" charset="0"/>
                <a:ea typeface="Segoe UI Black" panose="020B0A02040204020203" pitchFamily="34" charset="0"/>
              </a:rPr>
              <a:t>REACH THE OPPOSITE CORNER,</a:t>
            </a:r>
          </a:p>
          <a:p>
            <a:pPr algn="ctr"/>
            <a:r>
              <a:rPr lang="en-US" sz="4000" dirty="0">
                <a:latin typeface="Segoe UI Black" panose="020B0A02040204020203" pitchFamily="34" charset="0"/>
                <a:ea typeface="Segoe UI Black" panose="020B0A02040204020203" pitchFamily="34" charset="0"/>
              </a:rPr>
              <a:t>OR SUCCESSFULLY ATTACK</a:t>
            </a:r>
          </a:p>
        </p:txBody>
      </p:sp>
    </p:spTree>
    <p:extLst>
      <p:ext uri="{BB962C8B-B14F-4D97-AF65-F5344CB8AC3E}">
        <p14:creationId xmlns:p14="http://schemas.microsoft.com/office/powerpoint/2010/main" val="118404191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2013 - 2022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2013 - 2022 Theme</Template>
  <TotalTime>14</TotalTime>
  <Words>8</Words>
  <Application>Microsoft Office PowerPoint</Application>
  <PresentationFormat>Custom</PresentationFormat>
  <Paragraphs>2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6" baseType="lpstr">
      <vt:lpstr>Arial</vt:lpstr>
      <vt:lpstr>Calibri</vt:lpstr>
      <vt:lpstr>Calibri Light</vt:lpstr>
      <vt:lpstr>Segoe UI Black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markmcla</dc:creator>
  <cp:lastModifiedBy>markmcla</cp:lastModifiedBy>
  <cp:revision>1</cp:revision>
  <dcterms:created xsi:type="dcterms:W3CDTF">2026-02-25T23:14:14Z</dcterms:created>
  <dcterms:modified xsi:type="dcterms:W3CDTF">2026-02-25T23:28:35Z</dcterms:modified>
</cp:coreProperties>
</file>