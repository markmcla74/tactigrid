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875838" cy="17556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41" d="100"/>
          <a:sy n="41" d="100"/>
        </p:scale>
        <p:origin x="27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873197"/>
            <a:ext cx="8394462" cy="6112146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9221051"/>
            <a:ext cx="7406879" cy="4238674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39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8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4376854"/>
            <a:ext cx="8517910" cy="7302875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11748817"/>
            <a:ext cx="8517910" cy="3840409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/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4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0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934707"/>
            <a:ext cx="8517910" cy="33933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4303699"/>
            <a:ext cx="4177942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6412876"/>
            <a:ext cx="4177942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4303699"/>
            <a:ext cx="4198517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6412876"/>
            <a:ext cx="4198517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8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4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2527766"/>
            <a:ext cx="4999643" cy="1247625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9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2527766"/>
            <a:ext cx="4999643" cy="1247625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4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5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934703"/>
            <a:ext cx="2129478" cy="14878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934703"/>
            <a:ext cx="6264985" cy="14878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934707"/>
            <a:ext cx="8517910" cy="339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4673516"/>
            <a:ext cx="8517910" cy="1113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6271966"/>
            <a:ext cx="3333095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4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D74302-631A-A0A8-1A09-D2CFBABBD425}"/>
              </a:ext>
            </a:extLst>
          </p:cNvPr>
          <p:cNvSpPr txBox="1"/>
          <p:nvPr/>
        </p:nvSpPr>
        <p:spPr>
          <a:xfrm>
            <a:off x="0" y="515815"/>
            <a:ext cx="9777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WARP DOORS AT EDGES TELEPORT PLAYERS TO CENTER OF GRID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5EC67D-00E4-959C-8A25-912E555F9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34" y="1839254"/>
            <a:ext cx="8110578" cy="1550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4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</TotalTime>
  <Words>10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markmcla</dc:creator>
  <cp:lastModifiedBy>markmcla</cp:lastModifiedBy>
  <cp:revision>5</cp:revision>
  <dcterms:created xsi:type="dcterms:W3CDTF">2026-02-25T23:14:14Z</dcterms:created>
  <dcterms:modified xsi:type="dcterms:W3CDTF">2026-02-26T00:05:41Z</dcterms:modified>
</cp:coreProperties>
</file>