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756775" cy="4764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1A2A"/>
    <a:srgbClr val="1111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60"/>
  </p:normalViewPr>
  <p:slideViewPr>
    <p:cSldViewPr snapToGrid="0">
      <p:cViewPr>
        <p:scale>
          <a:sx n="100" d="100"/>
          <a:sy n="100" d="100"/>
        </p:scale>
        <p:origin x="1650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597" y="779679"/>
            <a:ext cx="7317581" cy="1658608"/>
          </a:xfrm>
        </p:spPr>
        <p:txBody>
          <a:bodyPr anchor="b"/>
          <a:lstStyle>
            <a:lvl1pPr algn="ctr">
              <a:defRPr sz="416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597" y="2502249"/>
            <a:ext cx="7317581" cy="1150218"/>
          </a:xfrm>
        </p:spPr>
        <p:txBody>
          <a:bodyPr/>
          <a:lstStyle>
            <a:lvl1pPr marL="0" indent="0" algn="ctr">
              <a:buNone/>
              <a:defRPr sz="1667"/>
            </a:lvl1pPr>
            <a:lvl2pPr marL="317617" indent="0" algn="ctr">
              <a:buNone/>
              <a:defRPr sz="1389"/>
            </a:lvl2pPr>
            <a:lvl3pPr marL="635234" indent="0" algn="ctr">
              <a:buNone/>
              <a:defRPr sz="1250"/>
            </a:lvl3pPr>
            <a:lvl4pPr marL="952851" indent="0" algn="ctr">
              <a:buNone/>
              <a:defRPr sz="1112"/>
            </a:lvl4pPr>
            <a:lvl5pPr marL="1270467" indent="0" algn="ctr">
              <a:buNone/>
              <a:defRPr sz="1112"/>
            </a:lvl5pPr>
            <a:lvl6pPr marL="1588084" indent="0" algn="ctr">
              <a:buNone/>
              <a:defRPr sz="1112"/>
            </a:lvl6pPr>
            <a:lvl7pPr marL="1905701" indent="0" algn="ctr">
              <a:buNone/>
              <a:defRPr sz="1112"/>
            </a:lvl7pPr>
            <a:lvl8pPr marL="2223318" indent="0" algn="ctr">
              <a:buNone/>
              <a:defRPr sz="1112"/>
            </a:lvl8pPr>
            <a:lvl9pPr marL="2540935" indent="0" algn="ctr">
              <a:buNone/>
              <a:defRPr sz="111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AF05D-8FE3-406E-A14B-0965AB3DE481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23097-BF62-4080-9802-BCB371933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084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AF05D-8FE3-406E-A14B-0965AB3DE481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23097-BF62-4080-9802-BCB371933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64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5697" y="1187714"/>
            <a:ext cx="8415218" cy="1981728"/>
          </a:xfrm>
        </p:spPr>
        <p:txBody>
          <a:bodyPr anchor="b"/>
          <a:lstStyle>
            <a:lvl1pPr>
              <a:defRPr sz="416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5697" y="3188190"/>
            <a:ext cx="8415218" cy="1042144"/>
          </a:xfrm>
        </p:spPr>
        <p:txBody>
          <a:bodyPr/>
          <a:lstStyle>
            <a:lvl1pPr marL="0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1pPr>
            <a:lvl2pPr marL="317617" indent="0">
              <a:buNone/>
              <a:defRPr sz="1389">
                <a:solidFill>
                  <a:schemeClr val="tx1">
                    <a:tint val="75000"/>
                  </a:schemeClr>
                </a:solidFill>
              </a:defRPr>
            </a:lvl2pPr>
            <a:lvl3pPr marL="635234" indent="0">
              <a:buNone/>
              <a:defRPr sz="1250">
                <a:solidFill>
                  <a:schemeClr val="tx1">
                    <a:tint val="75000"/>
                  </a:schemeClr>
                </a:solidFill>
              </a:defRPr>
            </a:lvl3pPr>
            <a:lvl4pPr marL="952851" indent="0">
              <a:buNone/>
              <a:defRPr sz="1112">
                <a:solidFill>
                  <a:schemeClr val="tx1">
                    <a:tint val="75000"/>
                  </a:schemeClr>
                </a:solidFill>
              </a:defRPr>
            </a:lvl4pPr>
            <a:lvl5pPr marL="1270467" indent="0">
              <a:buNone/>
              <a:defRPr sz="1112">
                <a:solidFill>
                  <a:schemeClr val="tx1">
                    <a:tint val="75000"/>
                  </a:schemeClr>
                </a:solidFill>
              </a:defRPr>
            </a:lvl5pPr>
            <a:lvl6pPr marL="1588084" indent="0">
              <a:buNone/>
              <a:defRPr sz="1112">
                <a:solidFill>
                  <a:schemeClr val="tx1">
                    <a:tint val="75000"/>
                  </a:schemeClr>
                </a:solidFill>
              </a:defRPr>
            </a:lvl6pPr>
            <a:lvl7pPr marL="1905701" indent="0">
              <a:buNone/>
              <a:defRPr sz="1112">
                <a:solidFill>
                  <a:schemeClr val="tx1">
                    <a:tint val="75000"/>
                  </a:schemeClr>
                </a:solidFill>
              </a:defRPr>
            </a:lvl7pPr>
            <a:lvl8pPr marL="2223318" indent="0">
              <a:buNone/>
              <a:defRPr sz="1112">
                <a:solidFill>
                  <a:schemeClr val="tx1">
                    <a:tint val="75000"/>
                  </a:schemeClr>
                </a:solidFill>
              </a:defRPr>
            </a:lvl8pPr>
            <a:lvl9pPr marL="2540935" indent="0">
              <a:buNone/>
              <a:defRPr sz="111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AF05D-8FE3-406E-A14B-0965AB3DE481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23097-BF62-4080-9802-BCB371933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47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0778" y="1268218"/>
            <a:ext cx="4146629" cy="30227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39368" y="1268218"/>
            <a:ext cx="4146629" cy="30227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AF05D-8FE3-406E-A14B-0965AB3DE481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23097-BF62-4080-9802-BCB371933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239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9" y="253644"/>
            <a:ext cx="8415218" cy="9208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9" y="1167864"/>
            <a:ext cx="4127573" cy="572352"/>
          </a:xfrm>
        </p:spPr>
        <p:txBody>
          <a:bodyPr anchor="b"/>
          <a:lstStyle>
            <a:lvl1pPr marL="0" indent="0">
              <a:buNone/>
              <a:defRPr sz="1667" b="1"/>
            </a:lvl1pPr>
            <a:lvl2pPr marL="317617" indent="0">
              <a:buNone/>
              <a:defRPr sz="1389" b="1"/>
            </a:lvl2pPr>
            <a:lvl3pPr marL="635234" indent="0">
              <a:buNone/>
              <a:defRPr sz="1250" b="1"/>
            </a:lvl3pPr>
            <a:lvl4pPr marL="952851" indent="0">
              <a:buNone/>
              <a:defRPr sz="1112" b="1"/>
            </a:lvl4pPr>
            <a:lvl5pPr marL="1270467" indent="0">
              <a:buNone/>
              <a:defRPr sz="1112" b="1"/>
            </a:lvl5pPr>
            <a:lvl6pPr marL="1588084" indent="0">
              <a:buNone/>
              <a:defRPr sz="1112" b="1"/>
            </a:lvl6pPr>
            <a:lvl7pPr marL="1905701" indent="0">
              <a:buNone/>
              <a:defRPr sz="1112" b="1"/>
            </a:lvl7pPr>
            <a:lvl8pPr marL="2223318" indent="0">
              <a:buNone/>
              <a:defRPr sz="1112" b="1"/>
            </a:lvl8pPr>
            <a:lvl9pPr marL="2540935" indent="0">
              <a:buNone/>
              <a:defRPr sz="111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2049" y="1740215"/>
            <a:ext cx="4127573" cy="2559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39367" y="1167864"/>
            <a:ext cx="4147900" cy="572352"/>
          </a:xfrm>
        </p:spPr>
        <p:txBody>
          <a:bodyPr anchor="b"/>
          <a:lstStyle>
            <a:lvl1pPr marL="0" indent="0">
              <a:buNone/>
              <a:defRPr sz="1667" b="1"/>
            </a:lvl1pPr>
            <a:lvl2pPr marL="317617" indent="0">
              <a:buNone/>
              <a:defRPr sz="1389" b="1"/>
            </a:lvl2pPr>
            <a:lvl3pPr marL="635234" indent="0">
              <a:buNone/>
              <a:defRPr sz="1250" b="1"/>
            </a:lvl3pPr>
            <a:lvl4pPr marL="952851" indent="0">
              <a:buNone/>
              <a:defRPr sz="1112" b="1"/>
            </a:lvl4pPr>
            <a:lvl5pPr marL="1270467" indent="0">
              <a:buNone/>
              <a:defRPr sz="1112" b="1"/>
            </a:lvl5pPr>
            <a:lvl6pPr marL="1588084" indent="0">
              <a:buNone/>
              <a:defRPr sz="1112" b="1"/>
            </a:lvl6pPr>
            <a:lvl7pPr marL="1905701" indent="0">
              <a:buNone/>
              <a:defRPr sz="1112" b="1"/>
            </a:lvl7pPr>
            <a:lvl8pPr marL="2223318" indent="0">
              <a:buNone/>
              <a:defRPr sz="1112" b="1"/>
            </a:lvl8pPr>
            <a:lvl9pPr marL="2540935" indent="0">
              <a:buNone/>
              <a:defRPr sz="111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39367" y="1740215"/>
            <a:ext cx="4147900" cy="2559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AF05D-8FE3-406E-A14B-0965AB3DE481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23097-BF62-4080-9802-BCB371933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50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AF05D-8FE3-406E-A14B-0965AB3DE481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23097-BF62-4080-9802-BCB371933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71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AF05D-8FE3-406E-A14B-0965AB3DE481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23097-BF62-4080-9802-BCB371933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719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9" y="317606"/>
            <a:ext cx="3146814" cy="1111621"/>
          </a:xfrm>
        </p:spPr>
        <p:txBody>
          <a:bodyPr anchor="b"/>
          <a:lstStyle>
            <a:lvl1pPr>
              <a:defRPr sz="222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47900" y="685941"/>
            <a:ext cx="4939367" cy="3385590"/>
          </a:xfrm>
        </p:spPr>
        <p:txBody>
          <a:bodyPr/>
          <a:lstStyle>
            <a:lvl1pPr>
              <a:defRPr sz="2223"/>
            </a:lvl1pPr>
            <a:lvl2pPr>
              <a:defRPr sz="1945"/>
            </a:lvl2pPr>
            <a:lvl3pPr>
              <a:defRPr sz="1667"/>
            </a:lvl3pPr>
            <a:lvl4pPr>
              <a:defRPr sz="1389"/>
            </a:lvl4pPr>
            <a:lvl5pPr>
              <a:defRPr sz="1389"/>
            </a:lvl5pPr>
            <a:lvl6pPr>
              <a:defRPr sz="1389"/>
            </a:lvl6pPr>
            <a:lvl7pPr>
              <a:defRPr sz="1389"/>
            </a:lvl7pPr>
            <a:lvl8pPr>
              <a:defRPr sz="1389"/>
            </a:lvl8pPr>
            <a:lvl9pPr>
              <a:defRPr sz="13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2049" y="1429226"/>
            <a:ext cx="3146814" cy="2647819"/>
          </a:xfrm>
        </p:spPr>
        <p:txBody>
          <a:bodyPr/>
          <a:lstStyle>
            <a:lvl1pPr marL="0" indent="0">
              <a:buNone/>
              <a:defRPr sz="1112"/>
            </a:lvl1pPr>
            <a:lvl2pPr marL="317617" indent="0">
              <a:buNone/>
              <a:defRPr sz="973"/>
            </a:lvl2pPr>
            <a:lvl3pPr marL="635234" indent="0">
              <a:buNone/>
              <a:defRPr sz="834"/>
            </a:lvl3pPr>
            <a:lvl4pPr marL="952851" indent="0">
              <a:buNone/>
              <a:defRPr sz="695"/>
            </a:lvl4pPr>
            <a:lvl5pPr marL="1270467" indent="0">
              <a:buNone/>
              <a:defRPr sz="695"/>
            </a:lvl5pPr>
            <a:lvl6pPr marL="1588084" indent="0">
              <a:buNone/>
              <a:defRPr sz="695"/>
            </a:lvl6pPr>
            <a:lvl7pPr marL="1905701" indent="0">
              <a:buNone/>
              <a:defRPr sz="695"/>
            </a:lvl7pPr>
            <a:lvl8pPr marL="2223318" indent="0">
              <a:buNone/>
              <a:defRPr sz="695"/>
            </a:lvl8pPr>
            <a:lvl9pPr marL="2540935" indent="0">
              <a:buNone/>
              <a:defRPr sz="69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AF05D-8FE3-406E-A14B-0965AB3DE481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23097-BF62-4080-9802-BCB371933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498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9" y="317606"/>
            <a:ext cx="3146814" cy="1111621"/>
          </a:xfrm>
        </p:spPr>
        <p:txBody>
          <a:bodyPr anchor="b"/>
          <a:lstStyle>
            <a:lvl1pPr>
              <a:defRPr sz="222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7900" y="685941"/>
            <a:ext cx="4939367" cy="3385590"/>
          </a:xfrm>
        </p:spPr>
        <p:txBody>
          <a:bodyPr anchor="t"/>
          <a:lstStyle>
            <a:lvl1pPr marL="0" indent="0">
              <a:buNone/>
              <a:defRPr sz="2223"/>
            </a:lvl1pPr>
            <a:lvl2pPr marL="317617" indent="0">
              <a:buNone/>
              <a:defRPr sz="1945"/>
            </a:lvl2pPr>
            <a:lvl3pPr marL="635234" indent="0">
              <a:buNone/>
              <a:defRPr sz="1667"/>
            </a:lvl3pPr>
            <a:lvl4pPr marL="952851" indent="0">
              <a:buNone/>
              <a:defRPr sz="1389"/>
            </a:lvl4pPr>
            <a:lvl5pPr marL="1270467" indent="0">
              <a:buNone/>
              <a:defRPr sz="1389"/>
            </a:lvl5pPr>
            <a:lvl6pPr marL="1588084" indent="0">
              <a:buNone/>
              <a:defRPr sz="1389"/>
            </a:lvl6pPr>
            <a:lvl7pPr marL="1905701" indent="0">
              <a:buNone/>
              <a:defRPr sz="1389"/>
            </a:lvl7pPr>
            <a:lvl8pPr marL="2223318" indent="0">
              <a:buNone/>
              <a:defRPr sz="1389"/>
            </a:lvl8pPr>
            <a:lvl9pPr marL="2540935" indent="0">
              <a:buNone/>
              <a:defRPr sz="138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2049" y="1429226"/>
            <a:ext cx="3146814" cy="2647819"/>
          </a:xfrm>
        </p:spPr>
        <p:txBody>
          <a:bodyPr/>
          <a:lstStyle>
            <a:lvl1pPr marL="0" indent="0">
              <a:buNone/>
              <a:defRPr sz="1112"/>
            </a:lvl1pPr>
            <a:lvl2pPr marL="317617" indent="0">
              <a:buNone/>
              <a:defRPr sz="973"/>
            </a:lvl2pPr>
            <a:lvl3pPr marL="635234" indent="0">
              <a:buNone/>
              <a:defRPr sz="834"/>
            </a:lvl3pPr>
            <a:lvl4pPr marL="952851" indent="0">
              <a:buNone/>
              <a:defRPr sz="695"/>
            </a:lvl4pPr>
            <a:lvl5pPr marL="1270467" indent="0">
              <a:buNone/>
              <a:defRPr sz="695"/>
            </a:lvl5pPr>
            <a:lvl6pPr marL="1588084" indent="0">
              <a:buNone/>
              <a:defRPr sz="695"/>
            </a:lvl6pPr>
            <a:lvl7pPr marL="1905701" indent="0">
              <a:buNone/>
              <a:defRPr sz="695"/>
            </a:lvl7pPr>
            <a:lvl8pPr marL="2223318" indent="0">
              <a:buNone/>
              <a:defRPr sz="695"/>
            </a:lvl8pPr>
            <a:lvl9pPr marL="2540935" indent="0">
              <a:buNone/>
              <a:defRPr sz="69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AF05D-8FE3-406E-A14B-0965AB3DE481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23097-BF62-4080-9802-BCB371933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939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AF05D-8FE3-406E-A14B-0965AB3DE481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23097-BF62-4080-9802-BCB371933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960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82192" y="253644"/>
            <a:ext cx="2103805" cy="40373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0778" y="253644"/>
            <a:ext cx="6189454" cy="40373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AF05D-8FE3-406E-A14B-0965AB3DE481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23097-BF62-4080-9802-BCB371933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329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0779" y="253644"/>
            <a:ext cx="8415218" cy="920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779" y="1268218"/>
            <a:ext cx="8415218" cy="3022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0778" y="4415604"/>
            <a:ext cx="2195274" cy="2536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CAF05D-8FE3-406E-A14B-0965AB3DE481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31932" y="4415604"/>
            <a:ext cx="3292912" cy="2536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90723" y="4415604"/>
            <a:ext cx="2195274" cy="2536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023097-BF62-4080-9802-BCB371933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66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35234" rtl="0" eaLnBrk="1" latinLnBrk="0" hangingPunct="1">
        <a:lnSpc>
          <a:spcPct val="90000"/>
        </a:lnSpc>
        <a:spcBef>
          <a:spcPct val="0"/>
        </a:spcBef>
        <a:buNone/>
        <a:defRPr sz="305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8808" indent="-158808" algn="l" defTabSz="635234" rtl="0" eaLnBrk="1" latinLnBrk="0" hangingPunct="1">
        <a:lnSpc>
          <a:spcPct val="90000"/>
        </a:lnSpc>
        <a:spcBef>
          <a:spcPts val="695"/>
        </a:spcBef>
        <a:buFont typeface="Arial" panose="020B0604020202020204" pitchFamily="34" charset="0"/>
        <a:buChar char="•"/>
        <a:defRPr sz="1945" kern="1200">
          <a:solidFill>
            <a:schemeClr val="tx1"/>
          </a:solidFill>
          <a:latin typeface="+mn-lt"/>
          <a:ea typeface="+mn-ea"/>
          <a:cs typeface="+mn-cs"/>
        </a:defRPr>
      </a:lvl1pPr>
      <a:lvl2pPr marL="476425" indent="-158808" algn="l" defTabSz="635234" rtl="0" eaLnBrk="1" latinLnBrk="0" hangingPunct="1">
        <a:lnSpc>
          <a:spcPct val="90000"/>
        </a:lnSpc>
        <a:spcBef>
          <a:spcPts val="347"/>
        </a:spcBef>
        <a:buFont typeface="Arial" panose="020B0604020202020204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2pPr>
      <a:lvl3pPr marL="794042" indent="-158808" algn="l" defTabSz="635234" rtl="0" eaLnBrk="1" latinLnBrk="0" hangingPunct="1">
        <a:lnSpc>
          <a:spcPct val="90000"/>
        </a:lnSpc>
        <a:spcBef>
          <a:spcPts val="347"/>
        </a:spcBef>
        <a:buFont typeface="Arial" panose="020B0604020202020204" pitchFamily="34" charset="0"/>
        <a:buChar char="•"/>
        <a:defRPr sz="1389" kern="1200">
          <a:solidFill>
            <a:schemeClr val="tx1"/>
          </a:solidFill>
          <a:latin typeface="+mn-lt"/>
          <a:ea typeface="+mn-ea"/>
          <a:cs typeface="+mn-cs"/>
        </a:defRPr>
      </a:lvl3pPr>
      <a:lvl4pPr marL="1111659" indent="-158808" algn="l" defTabSz="635234" rtl="0" eaLnBrk="1" latinLnBrk="0" hangingPunct="1">
        <a:lnSpc>
          <a:spcPct val="90000"/>
        </a:lnSpc>
        <a:spcBef>
          <a:spcPts val="347"/>
        </a:spcBef>
        <a:buFont typeface="Arial" panose="020B0604020202020204" pitchFamily="34" charset="0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4pPr>
      <a:lvl5pPr marL="1429276" indent="-158808" algn="l" defTabSz="635234" rtl="0" eaLnBrk="1" latinLnBrk="0" hangingPunct="1">
        <a:lnSpc>
          <a:spcPct val="90000"/>
        </a:lnSpc>
        <a:spcBef>
          <a:spcPts val="347"/>
        </a:spcBef>
        <a:buFont typeface="Arial" panose="020B0604020202020204" pitchFamily="34" charset="0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1746893" indent="-158808" algn="l" defTabSz="635234" rtl="0" eaLnBrk="1" latinLnBrk="0" hangingPunct="1">
        <a:lnSpc>
          <a:spcPct val="90000"/>
        </a:lnSpc>
        <a:spcBef>
          <a:spcPts val="347"/>
        </a:spcBef>
        <a:buFont typeface="Arial" panose="020B0604020202020204" pitchFamily="34" charset="0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064509" indent="-158808" algn="l" defTabSz="635234" rtl="0" eaLnBrk="1" latinLnBrk="0" hangingPunct="1">
        <a:lnSpc>
          <a:spcPct val="90000"/>
        </a:lnSpc>
        <a:spcBef>
          <a:spcPts val="347"/>
        </a:spcBef>
        <a:buFont typeface="Arial" panose="020B0604020202020204" pitchFamily="34" charset="0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7pPr>
      <a:lvl8pPr marL="2382126" indent="-158808" algn="l" defTabSz="635234" rtl="0" eaLnBrk="1" latinLnBrk="0" hangingPunct="1">
        <a:lnSpc>
          <a:spcPct val="90000"/>
        </a:lnSpc>
        <a:spcBef>
          <a:spcPts val="347"/>
        </a:spcBef>
        <a:buFont typeface="Arial" panose="020B0604020202020204" pitchFamily="34" charset="0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8pPr>
      <a:lvl9pPr marL="2699743" indent="-158808" algn="l" defTabSz="635234" rtl="0" eaLnBrk="1" latinLnBrk="0" hangingPunct="1">
        <a:lnSpc>
          <a:spcPct val="90000"/>
        </a:lnSpc>
        <a:spcBef>
          <a:spcPts val="347"/>
        </a:spcBef>
        <a:buFont typeface="Arial" panose="020B0604020202020204" pitchFamily="34" charset="0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35234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1pPr>
      <a:lvl2pPr marL="317617" algn="l" defTabSz="635234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635234" algn="l" defTabSz="635234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3pPr>
      <a:lvl4pPr marL="952851" algn="l" defTabSz="635234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4pPr>
      <a:lvl5pPr marL="1270467" algn="l" defTabSz="635234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1588084" algn="l" defTabSz="635234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1905701" algn="l" defTabSz="635234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7pPr>
      <a:lvl8pPr marL="2223318" algn="l" defTabSz="635234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8pPr>
      <a:lvl9pPr marL="2540935" algn="l" defTabSz="635234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FA6A565-5B8B-4A4C-1A41-3EF2F6BD3E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235619">
            <a:off x="2873041" y="274816"/>
            <a:ext cx="4194513" cy="42144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5B49BD-D523-D7C7-042C-561190BE781B}"/>
              </a:ext>
            </a:extLst>
          </p:cNvPr>
          <p:cNvSpPr txBox="1"/>
          <p:nvPr/>
        </p:nvSpPr>
        <p:spPr>
          <a:xfrm>
            <a:off x="714375" y="1214011"/>
            <a:ext cx="81724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0" dirty="0">
                <a:ln w="47625">
                  <a:solidFill>
                    <a:srgbClr val="0B1A2A"/>
                  </a:solidFill>
                </a:ln>
                <a:solidFill>
                  <a:srgbClr val="0070C0"/>
                </a:solidFill>
                <a:effectLst>
                  <a:glow rad="127000">
                    <a:schemeClr val="bg1"/>
                  </a:glow>
                  <a:outerShdw blurRad="50800" dist="50800" dir="5400000" algn="ctr" rotWithShape="0">
                    <a:srgbClr val="000000">
                      <a:alpha val="49000"/>
                    </a:srgbClr>
                  </a:outerShdw>
                </a:effectLst>
                <a:latin typeface="Arial Black" panose="020B0A04020102020204" pitchFamily="34" charset="0"/>
              </a:rPr>
              <a:t>TactiGrid</a:t>
            </a:r>
          </a:p>
        </p:txBody>
      </p:sp>
    </p:spTree>
    <p:extLst>
      <p:ext uri="{BB962C8B-B14F-4D97-AF65-F5344CB8AC3E}">
        <p14:creationId xmlns:p14="http://schemas.microsoft.com/office/powerpoint/2010/main" val="3177207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191</TotalTime>
  <Words>1</Words>
  <Application>Microsoft Office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Black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markmcla</dc:creator>
  <cp:lastModifiedBy>markmcla</cp:lastModifiedBy>
  <cp:revision>5</cp:revision>
  <dcterms:created xsi:type="dcterms:W3CDTF">2026-02-23T04:59:02Z</dcterms:created>
  <dcterms:modified xsi:type="dcterms:W3CDTF">2026-02-23T18:15:00Z</dcterms:modified>
</cp:coreProperties>
</file>